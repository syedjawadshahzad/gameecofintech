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59" r:id="rId4"/>
    <p:sldId id="260" r:id="rId5"/>
    <p:sldId id="261" r:id="rId6"/>
    <p:sldId id="262" r:id="rId7"/>
    <p:sldId id="265" r:id="rId8"/>
    <p:sldId id="257" r:id="rId9"/>
    <p:sldId id="263" r:id="rId10"/>
    <p:sldId id="264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108" y="18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3096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4607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80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economicsgames.streamlit.app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80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Economics Games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Simulations for Learning Economics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University of Waikato | 2026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0" y="274320"/>
            <a:ext cx="2743200" cy="1371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NZ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Engaging Games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828800" cy="73152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3108960"/>
          </a:xfrm>
          <a:prstGeom prst="rect">
            <a:avLst/>
          </a:prstGeom>
          <a:solidFill>
            <a:srgbClr val="FFFFFF"/>
          </a:solidFill>
          <a:ln w="381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1280160" y="16459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</a:rPr>
              <a:t>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 a Country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tax rates, spending, and policies to grow your economy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3108960"/>
          </a:xfrm>
          <a:prstGeom prst="rect">
            <a:avLst/>
          </a:prstGeom>
          <a:solidFill>
            <a:srgbClr val="FFFFFF"/>
          </a:solidFill>
          <a:ln w="381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9" name="Text 7"/>
          <p:cNvSpPr/>
          <p:nvPr/>
        </p:nvSpPr>
        <p:spPr>
          <a:xfrm>
            <a:off x="4114800" y="16459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</a:rPr>
              <a:t>📈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474720" y="22860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A89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Beat the Market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474720" y="274320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investment portfolios and react to market events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3108960"/>
          </a:xfrm>
          <a:prstGeom prst="rect">
            <a:avLst/>
          </a:prstGeom>
          <a:solidFill>
            <a:srgbClr val="FFFFFF"/>
          </a:solidFill>
          <a:ln w="381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3" name="Text 11"/>
          <p:cNvSpPr/>
          <p:nvPr/>
        </p:nvSpPr>
        <p:spPr>
          <a:xfrm>
            <a:off x="6949440" y="16459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</a:rPr>
              <a:t>₿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309360" y="22860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Crypto Crash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09360" y="274320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indicators and decide when to buy, hold, or sell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🌍 Build a Country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828800" cy="73152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Decisions Each Round: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383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💵 Tax Rate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between 10-50%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Education Spending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 10-50% in education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🏗️ Infrastructure Spending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Allocate 10-50% to infrastructure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🌱 Climate Policy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Choose: Weak, Moderate, Strong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8" name="Text 6"/>
          <p:cNvSpPr/>
          <p:nvPr/>
        </p:nvSpPr>
        <p:spPr>
          <a:xfrm>
            <a:off x="5029200" y="15544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89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Metrics Tracked: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2011680"/>
            <a:ext cx="3383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GDP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output and growth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👷 Employment Rate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created in your economy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Inequality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Wealth distribution (lower is better)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❤️ Public Approval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Citizen satisfaction rating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A89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📈 Beat the Market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828800" cy="73152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NZ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89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Portfolio Allocation: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383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allocate 100% across: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💵 Cash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but low returns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Shares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risk, medium reward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₿ Cryptocurrency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risk, high reward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🏦 Bonds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Stable, predictable returns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8" name="Text 6"/>
          <p:cNvSpPr/>
          <p:nvPr/>
        </p:nvSpPr>
        <p:spPr>
          <a:xfrm>
            <a:off x="5029200" y="15544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 Events: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2011680"/>
            <a:ext cx="3383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round features: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📰 Market Event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 markets, crashes, rate hikes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Risk Management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returns with safety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Scoring System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Risk-Adjusted Returns = (Returns / Risk) × 100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015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 isn't highest return, but best risk-adjusted performance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₿ Crypto Crash or Boom?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828800" cy="73152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 Indicators: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383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analyze: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😊 Market Sentiment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optimistic are investors?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Trading Volume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buying/selling?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🔥 Social Media Hype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people talking about it?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Current Price &amp; Change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trends and momentum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8" name="Text 6"/>
          <p:cNvSpPr/>
          <p:nvPr/>
        </p:nvSpPr>
        <p:spPr>
          <a:xfrm>
            <a:off x="5029200" y="15544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89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Decisions: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2011680"/>
            <a:ext cx="3383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round decide: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Action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Buy, Hold, or Sell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Risk Exposure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risk level 0-100%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Special Features: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Unexpected crash events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Market manipulation scenarios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Bonus for risk management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Play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828800" cy="73152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554480" cy="301752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868680" y="164592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86868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📱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017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Join Game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347472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QR code with your team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194560" y="1371600"/>
            <a:ext cx="1554480" cy="301752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1" name="Shape 9"/>
          <p:cNvSpPr/>
          <p:nvPr/>
        </p:nvSpPr>
        <p:spPr>
          <a:xfrm>
            <a:off x="2606040" y="164592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Text 10"/>
          <p:cNvSpPr/>
          <p:nvPr/>
        </p:nvSpPr>
        <p:spPr>
          <a:xfrm>
            <a:off x="260604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⏱️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377440" y="25603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2286000" y="3017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Watch Timer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286000" y="347472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countdown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931920" y="1371600"/>
            <a:ext cx="1554480" cy="301752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7" name="Shape 15"/>
          <p:cNvSpPr/>
          <p:nvPr/>
        </p:nvSpPr>
        <p:spPr>
          <a:xfrm>
            <a:off x="4343400" y="164592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Text 16"/>
          <p:cNvSpPr/>
          <p:nvPr/>
        </p:nvSpPr>
        <p:spPr>
          <a:xfrm>
            <a:off x="434340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🤔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4114800" y="25603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4023360" y="3017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Make Decisions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023360" y="347472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 and choose strategy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0" y="1371600"/>
            <a:ext cx="1554480" cy="301752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3" name="Shape 21"/>
          <p:cNvSpPr/>
          <p:nvPr/>
        </p:nvSpPr>
        <p:spPr>
          <a:xfrm>
            <a:off x="6080760" y="164592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4" name="Text 22"/>
          <p:cNvSpPr/>
          <p:nvPr/>
        </p:nvSpPr>
        <p:spPr>
          <a:xfrm>
            <a:off x="608076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✅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5852160" y="25603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4400" dirty="0"/>
          </a:p>
        </p:txBody>
      </p:sp>
      <p:sp>
        <p:nvSpPr>
          <p:cNvPr id="26" name="Text 24"/>
          <p:cNvSpPr/>
          <p:nvPr/>
        </p:nvSpPr>
        <p:spPr>
          <a:xfrm>
            <a:off x="5760720" y="3017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Submit &amp; Ready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760720" y="347472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choices, mark ready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406640" y="1371600"/>
            <a:ext cx="1554480" cy="301752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9" name="Shape 27"/>
          <p:cNvSpPr/>
          <p:nvPr/>
        </p:nvSpPr>
        <p:spPr>
          <a:xfrm>
            <a:off x="7818120" y="164592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0" name="Text 28"/>
          <p:cNvSpPr/>
          <p:nvPr/>
        </p:nvSpPr>
        <p:spPr>
          <a:xfrm>
            <a:off x="781812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7589520" y="25603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4400" dirty="0"/>
          </a:p>
        </p:txBody>
      </p:sp>
      <p:sp>
        <p:nvSpPr>
          <p:cNvPr id="32" name="Text 30"/>
          <p:cNvSpPr/>
          <p:nvPr/>
        </p:nvSpPr>
        <p:spPr>
          <a:xfrm>
            <a:off x="7498080" y="3017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View Results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498080" y="347472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live scoreboard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80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Ready to Play?</a:t>
            </a:r>
            <a:endParaRPr lang="en-US" sz="4800" dirty="0"/>
          </a:p>
        </p:txBody>
      </p:sp>
      <p:sp>
        <p:nvSpPr>
          <p:cNvPr id="3" name="Text 1">
            <a:hlinkClick r:id="rId3"/>
          </p:cNvPr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 Games bring learning to life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0" y="3200400"/>
            <a:ext cx="4572000" cy="82296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2286000" y="33375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University of Waikato</a:t>
            </a:r>
            <a:endParaRPr lang="en-US" sz="1600" dirty="0"/>
          </a:p>
          <a:p>
            <a:pPr marL="0" indent="0" algn="ctr">
              <a:buNone/>
            </a:pP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>Economics Outreach Programme | 2026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0" y="4572000"/>
            <a:ext cx="2743200" cy="1371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NZ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Are Economics Games?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828800" cy="73152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7230421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 Interactive Simulations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make real-time economic decisions in teams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 Time-Based Rounds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round has a timer to create urgency and simulate real conditions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Live Scoreboard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compete and see results update in real-time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Learning Through Experience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Consequences of decisions become immediately visible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55366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Learning Outcomes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828800" cy="73152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73152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Strategic Thinking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to weigh trade-offs and make decisions under pressure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Economic Concepts in Action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how taxation, investment, and risk management work in practice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Team Collaboration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 strategies and reach consensus with teammates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Data Analysis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 indicators, trends, and performance metrics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Decision Making Under Time Pressure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the reality of making economic decisions with limited time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Tips for Teachers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828800" cy="73152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Before the Game: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22806" cy="10161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Test the app beforehand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Ensure all devices can connect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Project scoreboard for everyone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Print QR codes as backup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Explain game rules briefly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3040381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During the Game: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330143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Circulate and listen to discussions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Call out time warnings (30s, 10s)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Don't give answers - guide thinking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371600"/>
            <a:ext cx="393192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5029200" y="15544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89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After the Game: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029200" y="2011680"/>
            <a:ext cx="3383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Debrief Questions: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What strategy did winners use?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What would you do differently?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How does this apply to real economics?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What trade-offs were hardest?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What surprised you most?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to NZ Context: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Government budgets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KiwiSaver decisions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Recent economic events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64405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644</Words>
  <Application>Microsoft Office PowerPoint</Application>
  <PresentationFormat>On-screen Show (16:9)</PresentationFormat>
  <Paragraphs>180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Economics Games - Interactive Simulations</dc:title>
  <dc:subject>PptxGenJS Presentation</dc:subject>
  <dc:creator>University of Waikato</dc:creator>
  <cp:lastModifiedBy>Jawad Shahzad</cp:lastModifiedBy>
  <cp:revision>7</cp:revision>
  <dcterms:created xsi:type="dcterms:W3CDTF">2026-02-02T08:10:44Z</dcterms:created>
  <dcterms:modified xsi:type="dcterms:W3CDTF">2026-02-08T20:28:39Z</dcterms:modified>
</cp:coreProperties>
</file>